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3581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4181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4948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39405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261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5572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0930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1143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2658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6187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11892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84C8CF-2553-4D28-A196-6419A57B1FFD}" type="datetimeFigureOut">
              <a:rPr lang="it-IT" smtClean="0"/>
              <a:t>19/07/2026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5B23E-232C-446F-B2DE-4053C427D1D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254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po 5"/>
          <p:cNvGrpSpPr/>
          <p:nvPr/>
        </p:nvGrpSpPr>
        <p:grpSpPr>
          <a:xfrm>
            <a:off x="3798917" y="554571"/>
            <a:ext cx="3662276" cy="5786396"/>
            <a:chOff x="3798917" y="554571"/>
            <a:chExt cx="3662276" cy="5786396"/>
          </a:xfrm>
        </p:grpSpPr>
        <p:pic>
          <p:nvPicPr>
            <p:cNvPr id="4" name="Immagin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8917" y="554571"/>
              <a:ext cx="3662276" cy="5786396"/>
            </a:xfrm>
            <a:prstGeom prst="rect">
              <a:avLst/>
            </a:prstGeom>
          </p:spPr>
        </p:pic>
        <p:pic>
          <p:nvPicPr>
            <p:cNvPr id="5" name="Immagine 4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32" t="17424" r="62397" b="67492"/>
            <a:stretch/>
          </p:blipFill>
          <p:spPr>
            <a:xfrm>
              <a:off x="4380806" y="1571106"/>
              <a:ext cx="822961" cy="872836"/>
            </a:xfrm>
            <a:prstGeom prst="rect">
              <a:avLst/>
            </a:prstGeom>
            <a:ln w="57150">
              <a:solidFill>
                <a:srgbClr val="00B0F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8431739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di Office</vt:lpstr>
      <vt:lpstr>Presentazione standard di PowerPoint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utente</dc:creator>
  <cp:lastModifiedBy>utente</cp:lastModifiedBy>
  <cp:revision>1</cp:revision>
  <dcterms:created xsi:type="dcterms:W3CDTF">2026-07-19T10:22:54Z</dcterms:created>
  <dcterms:modified xsi:type="dcterms:W3CDTF">2026-07-19T10:32:26Z</dcterms:modified>
</cp:coreProperties>
</file>